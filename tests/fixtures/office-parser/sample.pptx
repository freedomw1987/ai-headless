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 xmlns:a="http://schemas.openxmlformats.org/drawingml/2006/main"><p:sldIdLst><p:sldId id="256" r:id="rId1"/><p:sldId id="257" r:id="rId2"/></p:sldIdLst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Hello from PPTX slide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 slide content</a:t>
            </a:r>
          </a:p>
        </p:txBody>
      </p:sp>
    </p:spTree>
  </p:cSld>
</p:sld>
</file>